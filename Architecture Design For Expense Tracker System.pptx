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90625"/>
          </a:xfrm>
        </p:spPr>
        <p:txBody>
          <a:bodyPr/>
          <a:p>
            <a:r>
              <a:rPr lang="en-US" sz="3200" b="1" u="sng"/>
              <a:t>Architecture Design For Expense Tracker System</a:t>
            </a:r>
            <a:endParaRPr lang="en-US" sz="3200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8365"/>
            <a:ext cx="10515600" cy="5876290"/>
          </a:xfrm>
        </p:spPr>
        <p:txBody>
          <a:bodyPr>
            <a:normAutofit fontScale="45000"/>
          </a:bodyPr>
          <a:p>
            <a:pPr marL="0" indent="0" algn="l">
              <a:buNone/>
            </a:pPr>
            <a:r>
              <a:rPr lang="en-US" altLang="en-US"/>
              <a:t>                           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            [ User Interface ]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(Dashboard, Expense Form, Reports, Budget UI)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                           |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                           |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   [ Backend / Application Server ]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                           |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  ----------------------------------------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        |        |         |        |          |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Expense] [Category] [Budget] [Reports] [Sync]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Module     Module    Module    Module   Module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                           |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                           |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                  [ Database ]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(Users, Expenses, Categories, Budgets)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                           |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                           |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    [ External Services (Optional) ]</a:t>
            </a:r>
            <a:endParaRPr lang="en-US" altLang="en-US"/>
          </a:p>
          <a:p>
            <a:pPr marL="0" indent="0" algn="l">
              <a:buNone/>
            </a:pPr>
            <a:r>
              <a:rPr lang="en-US" altLang="en-US"/>
              <a:t>                    (Cloud Storage, Bank APIs, OAuth)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1013</Words>
  <Application>WPS Presentation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sazeensumina</dc:creator>
  <cp:lastModifiedBy>sazeensumina</cp:lastModifiedBy>
  <cp:revision>3</cp:revision>
  <dcterms:created xsi:type="dcterms:W3CDTF">2026-04-13T21:56:24Z</dcterms:created>
  <dcterms:modified xsi:type="dcterms:W3CDTF">2026-04-13T21:56:24Z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EC52164F82DB13876763DD694514AC99_41</vt:lpwstr>
  </property>
  <property fmtid="{D5CDD505-2E9C-101B-9397-08002B2CF9AE}" pid="3" name="KSOProductBuildVer">
    <vt:lpwstr>1033-12.1.25867.25867</vt:lpwstr>
  </property>
</Properties>
</file>